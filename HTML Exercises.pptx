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pen Sans Medium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Medium-italic.fntdata"/><Relationship Id="rId6" Type="http://schemas.openxmlformats.org/officeDocument/2006/relationships/slide" Target="slides/slide1.xml"/><Relationship Id="rId18" Type="http://schemas.openxmlformats.org/officeDocument/2006/relationships/font" Target="fonts/Open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f3fe99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f3fe99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7f3fe990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7f3fe990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7f3fe990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7f3fe990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7f3fe990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7f3fe990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7f3fe990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7f3fe990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7f3fe990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7f3fe990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7f3fe990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7f3fe990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7f3fe990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7f3fe990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7f3fe990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7f3fe990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f3fe990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7f3fe990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f3fe990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7f3fe990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ikipedi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8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6475" y="133250"/>
            <a:ext cx="8927400" cy="47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Open Sans"/>
                <a:ea typeface="Open Sans"/>
                <a:cs typeface="Open Sans"/>
                <a:sym typeface="Open Sans"/>
              </a:rPr>
              <a:t>HTML Exercises</a:t>
            </a:r>
            <a:endParaRPr b="1" sz="3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Exercise-1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&lt;div&gt; that contains a title and a short description of yourself.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exercise-1.html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Exercise-2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an image of your favorite thing with a meaningful alt.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exercise-2.html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Exercise-3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Make a link to Google(https://www.google.com)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exercise-3.html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Exercise-4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Write 2–3 sentences inside a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exercise-4.html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Exercise-5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Write a fake article with an h1 title and two h2 subtitles.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exercise-5.html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Exercise-6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Make a form with a text input and a submit button.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exercise-6.html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Exercise-7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Highlight a single word inside a paragraph using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exercise-7.html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ctrTitle"/>
          </p:nvPr>
        </p:nvSpPr>
        <p:spPr>
          <a:xfrm>
            <a:off x="216600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Exercise-8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Make all headings red using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exercise-8.html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ctrTitle"/>
          </p:nvPr>
        </p:nvSpPr>
        <p:spPr>
          <a:xfrm>
            <a:off x="216600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Exercise-9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Show an alert that says “Welcome to my site.”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exercise-9.html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ctrTitle"/>
          </p:nvPr>
        </p:nvSpPr>
        <p:spPr>
          <a:xfrm>
            <a:off x="216600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Exercise-10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Embed Wikipedia ( Web Link : </a:t>
            </a:r>
            <a:r>
              <a:rPr lang="en" sz="1600" u="sng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https://www.wikipedia.org/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“ homepage in an iframe.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 Name: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exercise-10.html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