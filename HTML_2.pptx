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pen Sans Medium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Medium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Medium-italic.fntdata"/><Relationship Id="rId23" Type="http://schemas.openxmlformats.org/officeDocument/2006/relationships/font" Target="fonts/Open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Medium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48dc1a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48dc1a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48dc1ae2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48dc1ae2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48dc1ae2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48dc1ae2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48dc1ae2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48dc1ae2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48dc1ae2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48dc1ae2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48dc1ae2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48dc1ae2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48dc1ae2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48dc1ae2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48dc1ae2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48dc1ae2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48dc1ae2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48dc1ae2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739479bb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739479bb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739479bb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739479bb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739479b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739479b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39479b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739479b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739479bb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739479bb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739479bb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739479bb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739479bb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739479bb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ikipedia.or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8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6475" y="133250"/>
            <a:ext cx="8927400" cy="47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Open Sans"/>
                <a:ea typeface="Open Sans"/>
                <a:cs typeface="Open Sans"/>
                <a:sym typeface="Open Sans"/>
              </a:rPr>
              <a:t>Module 2: Web Fundamentals HTML Lessons</a:t>
            </a:r>
            <a:endParaRPr b="1" sz="3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&lt;div&gt;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– A Container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Groups content; block-level by default.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div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h2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&gt;About Me&lt;/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h2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&gt;I am learning HTML.&lt;/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div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&lt;div&gt; that contains a title and a short description of yourself.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2: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&lt;img&gt;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Image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Embeds an image.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Important attributes: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src, alt.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cat.jpg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Cute cat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an image of your favorite thing with a meaningful alt.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3: &lt;a&gt; –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Link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Creates a clickable link.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href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="h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ttps://example.com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"&gt;Visit Example&lt;/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Make a link to Google.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4: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&lt;p&gt;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Paragraph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Holds blocks of text.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&gt;This is a paragraph of text.&lt;/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Write 2–3 sentences inside a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5: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&lt;h1&gt;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b="1" lang="en" sz="24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&lt;h4&gt;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Headings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Titles and subtitles, from most important (h1) to less important (h6).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h1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&gt;Main Title&lt;/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h1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h2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&gt;Sub Title&lt;/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h2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h3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&gt;Section Title&lt;/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h3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Write a fake article with an h1 title and two h2 subtitles.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6: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&lt;form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–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Collect User Input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Wraps inputs.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form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action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/submit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method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34F5C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post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"&gt;Name:&lt;/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text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id="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name"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button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F9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submit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"&gt;Send&lt;/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button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form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Make a form with a text input and a submit button.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7: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label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+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&lt;input&gt;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– Collect User Input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○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 describes what an input is for.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○"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 collects user data.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CC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45F0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email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"&gt;Email:&lt;/</a:t>
            </a:r>
            <a:r>
              <a:rPr lang="en" sz="1600">
                <a:solidFill>
                  <a:srgbClr val="CC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label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B45F0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email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id="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email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B45F0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38761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email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label + input pair for “Username.”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8: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&lt;button&gt;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 clickable button.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button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onclick="alert('Hello!')"&gt;Click Me&lt;/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button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button that says “Sign Up.” and Show suitable alert message. 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9: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&lt;span&gt;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Inline container for styling.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&gt;My favorite color is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6AA84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color:red;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"&gt;red&lt;/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Highlight a single word inside a paragraph using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span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10: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&lt;style&gt;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- Add CSS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Embeds CSS.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			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{ 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color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blue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; }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&gt;Styled text&lt;/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Make all headings red using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style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11: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&lt;script&gt;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- Add CSS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Runs JavaScript.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script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			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alert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("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Hello, HTML student!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");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script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Show an alert that says “Welcome to my site.”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12: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audio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- Play Audio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Play audio.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audio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controls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	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source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song.mp3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audio/mpeg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audio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an audio player for any MP3 file.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13: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video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-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Play Video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Play video.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	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video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controls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width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300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			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source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movie.mp4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video/mp4"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video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Embed a video with controls.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14: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iframe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– Embed Another Website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Medium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 it does: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Embed another website.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iframe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src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https://example.com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width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400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height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300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iframe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Embed Wikipedia ( Web Link : </a:t>
            </a:r>
            <a:r>
              <a:rPr lang="en" sz="1600" u="sng">
                <a:solidFill>
                  <a:schemeClr val="hlink"/>
                </a:solidFill>
                <a:latin typeface="Open Sans Medium"/>
                <a:ea typeface="Open Sans Medium"/>
                <a:cs typeface="Open Sans Medium"/>
                <a:sym typeface="Open Sans Medium"/>
                <a:hlinkClick r:id="rId3"/>
              </a:rPr>
              <a:t>https://www.wikipedia.org/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“ homepage in an iframe.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ctrTitle"/>
          </p:nvPr>
        </p:nvSpPr>
        <p:spPr>
          <a:xfrm>
            <a:off x="126475" y="133250"/>
            <a:ext cx="89274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Lesson 15: 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table</a:t>
            </a:r>
            <a:r>
              <a:rPr b="1" lang="en" sz="2400">
                <a:solidFill>
                  <a:srgbClr val="E06666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2400">
                <a:latin typeface="Open Sans"/>
                <a:ea typeface="Open Sans"/>
                <a:cs typeface="Open Sans"/>
                <a:sym typeface="Open Sans"/>
              </a:rPr>
              <a:t>– Display Data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26475" y="748250"/>
            <a:ext cx="8927400" cy="4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table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" sz="1600">
                <a:solidFill>
                  <a:srgbClr val="E691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border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="</a:t>
            </a:r>
            <a:r>
              <a:rPr lang="en" sz="1600">
                <a:solidFill>
                  <a:srgbClr val="18803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"&gt;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			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thead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 				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&gt;Name&lt;/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&gt;Age&lt;/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			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thead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			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tbody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  			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&gt;Alice&lt;/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 &lt;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&gt;22&lt;/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td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 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  			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tbody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  		&lt;/</a:t>
            </a:r>
            <a:r>
              <a:rPr lang="en" sz="1600">
                <a:solidFill>
                  <a:srgbClr val="E06666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table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&gt;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Exercise:  </a:t>
            </a:r>
            <a:r>
              <a:rPr lang="en" sz="16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a table with 2 columns and 3 rows of data.</a:t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